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biological decision models usable and testable
Lead with the intended improvement: the cost of routine decisions and repeated integration work. Reuse input validation and model/learning descriptions. Developer-time savings have not been measured.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environment and stimuli in TXs
The owner initializes the environment. Workers checks hourly and sends to Agent #1 at least one hour apart. Show recorded TXs within a minute. Registration, zero stimulus, duplicates and failed TXs add no food.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the confirmed world into movement or rest
Measured wiring supplies the topology; dynamics and sensory/motor mappings are engineered. Consumed food disappears. Clicking selects an agent; it does not create food.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Replay experience and compare the candidate
The wiring stays fixed. Training copies never add visible food. Recovery on returning from training is not a learned improvement. The full-market video uses separate online readout updates, without this adoption gate.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working integration from improved behavior
These are saved observations from three different tracks. Research used five search seeds and 60 unseen worlds per profile; final body energy also fell. The new recording includes current environment TXs. Full-foraging readouts are separate from public Q-learning.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useful decisions within a small budget
The current market uses custom FlyV3Router and V3 core, not Universal Router or Trading API. Savings would accrue to agent operators. User growth, protocol revenue and energy savings have not been measured.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PURPOSE</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Make biological decision models usable and testable</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For agent developers and researchers</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Aim: economical repeated decisions and adaptation</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Built: traceable inputs, models and learning results</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Lower power and an advantage over ordinary AI remain hypotheses.</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1 / 6    ·    0–10s    ·    2026-09-26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1 · INPUT</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Record the environment and stimuli in TXs</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Initial TX: dimensions, seed and hazards</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Stimulus TX: one confirmed positive input adds one food</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Open the environment and food source TXs on screen</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All external inputs to the flies come from onchain data.</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2 / 6    ·    10–20s    ·    2026-09-26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2 · DECISION</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Turn the confirmed world into movement or rest</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Verify TXs and events before applying inputs</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Encode the environment and internal body state</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7 measured neurons, 19 connections → action → outcome</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Encoding, body state, decisions and rendering run offchain.</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3 / 6    ·    20–30s    ·    2026-09-26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3 · LEARNING</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Replay experience and compare the candidate</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Select an agent and “Start learning”</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Update Q-values from a confirmed-world copy and experience</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Higher comparison score: adopt / Otherwise: keep</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Same-environment replay is separate from unseen-world testing.</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4 / 6    ·    30–40s    ·    2026-09-26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4 · EVIDENCE</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Separate working integration from improved behavior</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Public: a scheduled TX increased food from 3 to 4</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Video: four full agents, 2 Aqua and 25 V3 settlements</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Research: reward 18.79 → 56.12; direct-input control 56.08</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Integration and learning work; biological superiority is unproven.</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5 / 6    ·    40–50s    ·    2026-09-26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5 · NEXT TEST</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Measure useful decisions within a small budget</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Compare small AI models on the same inputs and task</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Measure reward, failures, adaptation, RAM and joules/action</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Apply to Uniswap execute/hold and Aqua offer/withdraw</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Lower operating cost could encourage adoption; that is unmeasured.</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6 / 6    ·    50–60s    ·    2026-09-26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JP"/>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JP"/>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BioAgent | From purpose to demo</dc:title>
  <dc:subject>Build a framework for running biologically derived decision models on onchain inputs, adapting from experience, and comparing their effectiveness and resource use.</dc:subject>
  <dc:creator>BioAgent</dc:creator>
  <cp:lastModifiedBy>BioAgent</cp:lastModifiedBy>
  <cp:revision>1</cp:revision>
  <dcterms:created xsi:type="dcterms:W3CDTF">2026-09-26T10:57:31Z</dcterms:created>
  <dcterms:modified xsi:type="dcterms:W3CDTF">2026-09-26T10:57:31Z</dcterms:modified>
</cp:coreProperties>
</file>