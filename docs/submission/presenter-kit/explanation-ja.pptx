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生物由来の判断を、使って検証できる基盤へ
まず何を改善したいかを話す。定型的な判断の運用負担と、別アプリで入力検証や学習の説明を作り直す負担が対象。ただし開発時間短縮も未測定。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環境と刺激をTXに記録する
所有者が初期環境を設定する。Workersは毎時確認し、最低1時間間隔でAgent #1への刺激を送る。1分では既存TXを示す。登録・刺激0・重複・失敗TXは餌を増やさない。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確認した環境から、移動と休息を選ぶ
接続は実測由来だが動力学と感覚・行動変換は人工設計。餌は消費すると消え、未記録の補充はない。クリックは個体選択で、餌の追加ではない。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経験を再生し、候補と今の方策を比べる
神経接続は固定。学習用コピーは本番の餌を増やさない。復帰時の体力回復を学習効果と呼ばない。全神経の市場動画は別のreadoutオンライン更新で、同じ採用ゲートではない。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動作の証拠と、改善効果を分ける
数値は保存済み検証の結果。公開版の学習成績ではない。採餌研究は5探索seed・各条件60未使用環境で、終了時エネルギーも悪化。動画は現行の環境TX仕様より前の記録。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低負荷で役立つ判断にできるかを測る
現在の市場実装は独自FlyV3RouterとV3 core。Universal Router／Trading APIは未使用。直接の削減先はAgent運用者。利用者増加、プロトコルの利益、電力削減は未測定。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目的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生物由来の判断を、使って検証できる基盤へ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対象：Agentの開発者・研究者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狙い：小さな計算で反復判断と適応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成果：入力・モデル・学習結果を追跡できる実装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省電力・通常AIへの優位は、これから比較する仮説です。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1 / 6    ·    0–10s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1 · 入力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環境と刺激をTXに記録する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初期TX：寸法・seed・危険エリアを設定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刺激TX：確定した正の入力で餌を1個追加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画面で初期環境と餌の元TXを開ける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ハエへの外部入力はすべてオンチェーンデータです。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2 / 6    ·    10–20s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2 · 判断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確認した環境から、移動と休息を選ぶ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TXとイベントを確認して環境へ反映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環境＋内部の身体状態を感覚入力へ変換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実測7神経・19接続 → 行動選択 → 結果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感覚変換・身体・判断・描画はオフチェーンの計算です。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3 / 6    ·    20–30s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3 · 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経験を再生し、候補と今の方策を比べる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個体を選び「学習室へ」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確認済み環境のコピー＋経験でQ値を更新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比較スコアが改善：採用 ／ 改善なし：維持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これは同じ環境の再生比較。未知環境での効果とは分けます。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4 / 6    ·    30–40s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4 · 証拠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動作の証拠と、改善効果を分ける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公開版：定期TXで餌が3 → 4へ増えることを確認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動画：全神経4個体、Aqua 1件・V3 11件の決済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別研究：報酬18.79 → 56.12、直接入力対照56.08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接続・学習は動いた。生物回路の性能優位は未確認です。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5 / 6    ·    40–50s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5 · 次の検証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低負荷で役立つ判断にできるかを測る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同じ入力・同じ仕事で、小型AIと比較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報酬・失敗率・適応時間・RAM・J/判断を測る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Uniswap：実行／見送り、Aqua：提示／撤回へ応用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低コスト化 → 導入・継続利用増加は、検証したい価値の仮説です。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6 / 6    ·    50–60s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BioAgent｜目的からデモまで</dc:title>
  <dc:subject>生物由来の小さな判断モデルを、オンチェーン入力で動かし、経験から適応させる。その効果と計算資源を比較できるフレームワークをつくります。</dc:subject>
  <dc:creator>BioAgent</dc:creator>
  <cp:lastModifiedBy>BioAgent</cp:lastModifiedBy>
  <cp:revision>1</cp:revision>
  <dcterms:created xsi:type="dcterms:W3CDTF">2026-09-26T10:21:38Z</dcterms:created>
  <dcterms:modified xsi:type="dcterms:W3CDTF">2026-09-26T10:21:38Z</dcterms:modified>
</cp:coreProperties>
</file>