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生物由来の判断を、使って検証できる基盤へ
まず何を改善したいかを話す。定型的な判断の運用負担と、別アプリで入力検証や学習の説明を作り直す負担が対象。ただし開発時間短縮も未測定。
約1分の説明原稿: 私たちが作りたいのは、生物由来の判断モデルをアプリで使い、学習の効果まで確かめられるフレームワークです。まず、危険エリアを含む初期環境をTXに記録します。次に、確定した刺激TXで餌を追加し、ハエが移動や休息を選びます。学習では、その環境と経験を再生し、改善した候補を採用します。ここで示すのは、入力から判断・学習までを追える仕組みです。別の対照実験では報酬は改善しましたが、生物回路の優位は確認できませんでした。次は、同じ仕事で小型AIと比べ、適応の速さと計算資源に利点があるかを測ります。
Sources: docs/submission/sepolia-evidence.json; presenter-kit/capture-evidence.json; docs/research/bioagent-adaptation/README.md. Timing is a suggested pace, not measured narration.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環境と刺激をTXに記録する
所有者が初期環境を設定する。Workersは毎時確認し、最低1時間間隔でAgent #1への刺激を送る。1分では既存TXを示す。登録・刺激0・重複・失敗TXは餌を増やさない。
約1分の説明原稿: 私たちが作りたいのは、生物由来の判断モデルをアプリで使い、学習の効果まで確かめられるフレームワークです。まず、危険エリアを含む初期環境をTXに記録します。次に、確定した刺激TXで餌を追加し、ハエが移動や休息を選びます。学習では、その環境と経験を再生し、改善した候補を採用します。ここで示すのは、入力から判断・学習までを追える仕組みです。別の対照実験では報酬は改善しましたが、生物回路の優位は確認できませんでした。次は、同じ仕事で小型AIと比べ、適応の速さと計算資源に利点があるかを測ります。
Sources: docs/submission/sepolia-evidence.json; presenter-kit/capture-evidence.json; docs/research/bioagent-adaptation/README.md. Timing is a suggested pace, not measured narration.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確認した環境から、移動と休息を選ぶ
接続は実測由来だが動力学と感覚・行動変換は人工設計。餌は消費すると消え、未記録の補充はない。クリックは個体選択で、餌の追加ではない。
約1分の説明原稿: 私たちが作りたいのは、生物由来の判断モデルをアプリで使い、学習の効果まで確かめられるフレームワークです。まず、危険エリアを含む初期環境をTXに記録します。次に、確定した刺激TXで餌を追加し、ハエが移動や休息を選びます。学習では、その環境と経験を再生し、改善した候補を採用します。ここで示すのは、入力から判断・学習までを追える仕組みです。別の対照実験では報酬は改善しましたが、生物回路の優位は確認できませんでした。次は、同じ仕事で小型AIと比べ、適応の速さと計算資源に利点があるかを測ります。
Sources: docs/submission/sepolia-evidence.json; presenter-kit/capture-evidence.json; docs/research/bioagent-adaptation/README.md. Timing is a suggested pace, not measured narration.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経験を再生し、候補と今の方策を比べる
神経接続は固定。学習用コピーは本番の餌を増やさない。復帰時の体力回復を学習効果と呼ばない。全神経の市場動画は別のreadoutオンライン更新で、同じ採用ゲートではない。
約1分の説明原稿: 私たちが作りたいのは、生物由来の判断モデルをアプリで使い、学習の効果まで確かめられるフレームワークです。まず、危険エリアを含む初期環境をTXに記録します。次に、確定した刺激TXで餌を追加し、ハエが移動や休息を選びます。学習では、その環境と経験を再生し、改善した候補を採用します。ここで示すのは、入力から判断・学習までを追える仕組みです。別の対照実験では報酬は改善しましたが、生物回路の優位は確認できませんでした。次は、同じ仕事で小型AIと比べ、適応の速さと計算資源に利点があるかを測ります。
Sources: docs/submission/sepolia-evidence.json; presenter-kit/capture-evidence.json; docs/research/bioagent-adaptation/README.md. Timing is a suggested pace, not measured narration.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動作の証拠と、改善効果を分ける
数値は保存済み検証の結果。公開版の学習成績ではない。採餌研究は5探索seed・各条件60未使用環境で、終了時エネルギーも悪化。撮り直した動画は現行の環境TX仕様に対応。全神経の採餌readoutと公開版のQ学習は別実装。
約1分の説明原稿: 私たちが作りたいのは、生物由来の判断モデルをアプリで使い、学習の効果まで確かめられるフレームワークです。まず、危険エリアを含む初期環境をTXに記録します。次に、確定した刺激TXで餌を追加し、ハエが移動や休息を選びます。学習では、その環境と経験を再生し、改善した候補を採用します。ここで示すのは、入力から判断・学習までを追える仕組みです。別の対照実験では報酬は改善しましたが、生物回路の優位は確認できませんでした。次は、同じ仕事で小型AIと比べ、適応の速さと計算資源に利点があるかを測ります。
Sources: docs/submission/sepolia-evidence.json; presenter-kit/capture-evidence.json; docs/research/bioagent-adaptation/README.md. Timing is a suggested pace, not measured narration.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低負荷で役立つ判断にできるかを測る
現在の市場実装は独自FlyV3RouterとV3 core。Universal Router／Trading APIは未使用。直接の削減先はAgent運用者。利用者増加、プロトコルの利益、電力削減は未測定。
約1分の説明原稿: 私たちが作りたいのは、生物由来の判断モデルをアプリで使い、学習の効果まで確かめられるフレームワークです。まず、危険エリアを含む初期環境をTXに記録します。次に、確定した刺激TXで餌を追加し、ハエが移動や休息を選びます。学習では、その環境と経験を再生し、改善した候補を採用します。ここで示すのは、入力から判断・学習までを追える仕組みです。別の対照実験では報酬は改善しましたが、生物回路の優位は確認できませんでした。次は、同じ仕事で小型AIと比べ、適応の速さと計算資源に利点があるかを測ります。
Sources: docs/submission/sepolia-evidence.json; presenter-kit/capture-evidence.json; docs/research/bioagent-adaptation/README.md. Timing is a suggested pace, not measured narration.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どこで動き、何を境界越しに渡すか
公開版はJavaScriptの7神経計算とQ学習をブラウザー内で実行します。Workersは静的配信と検証済み入力の取得を担当し、定期送信はWorker Secretの所有者鍵とDurable Objectの送信記録を使います。手動Sepolia送信は所有者のブラウザーwallet、Anvilはローカルアカウントです。全神経版はNode.jsが世界、報酬、署名・取引を制御し、Python子プロセスとstdin/stdoutのJSON Linesで通信します。Pythonは166,700神経と学習readoutを計算し、秘密鍵を使いません。採餌経験はSQLite、市場readoutはJSON、公開方策と餌消費履歴はlocalStorageへ保存します。Solidityはowner、revision/nonce、入力と決済を扱い、推論や学習は実行しません。TypeScriptの共有型は仕様案で、全ランタイムへ統合済みではありません。独立JSフレームワークも別実装です。詳細：docs/architecture.md。
約1分の説明原稿: 私たちが作りたいのは、生物由来の判断モデルをアプリで使い、学習の効果まで確かめられるフレームワークです。まず、危険エリアを含む初期環境をTXに記録します。次に、確定した刺激TXで餌を追加し、ハエが移動や休息を選びます。学習では、その環境と経験を再生し、改善した候補を採用します。ここで示すのは、入力から判断・学習までを追える仕組みです。別の対照実験では報酬は改善しましたが、生物回路の優位は確認できませんでした。次は、同じ仕事で小型AIと比べ、適応の速さと計算資源に利点があるかを測ります。
Sources: docs/submission/sepolia-evidence.json; presenter-kit/capture-evidence.json; docs/research/bioagent-adaptation/README.md. Timing is a suggested pace, not measured narration.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735F"/>
                </a:solidFill>
              </a:rPr>
              <a:t>BIOAGENT  /  目的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53C38"/>
                </a:solidFill>
              </a:rPr>
              <a:t>生物由来の判断を、使って検証できる基盤へ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235000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対象：Agentの開発者・研究者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312724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狙い：小さな計算で反復判断と適応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397764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390448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成果：入力・モデル・学習結果を追跡できる実装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5157216"/>
            <a:ext cx="11064240" cy="804672"/>
          </a:xfrm>
          <a:prstGeom prst="rect">
            <a:avLst/>
          </a:prstGeom>
          <a:solidFill>
            <a:srgbClr val="E4ECE1"/>
          </a:solidFill>
          <a:ln w="12700">
            <a:solidFill>
              <a:srgbClr val="E4EC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53218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4D43"/>
                </a:solidFill>
              </a:rPr>
              <a:t>省電力・通常AIへの優位は、これから比較する仮説です。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6364224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B70"/>
                </a:solidFill>
              </a:rPr>
              <a:t>1 / 7    ·    0–10s    ·    2026-09-26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735F"/>
                </a:solidFill>
              </a:rPr>
              <a:t>BIOAGENT  /  STEP 1 · 入力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53C38"/>
                </a:solidFill>
              </a:rPr>
              <a:t>環境と刺激をTXに記録する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235000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初期TX：寸法・seed・危険エリアを設定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312724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刺激TX：確定した正の入力で餌を1個追加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397764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390448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画面で初期環境と餌の元TXを開ける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5157216"/>
            <a:ext cx="11064240" cy="804672"/>
          </a:xfrm>
          <a:prstGeom prst="rect">
            <a:avLst/>
          </a:prstGeom>
          <a:solidFill>
            <a:srgbClr val="E4ECE1"/>
          </a:solidFill>
          <a:ln w="12700">
            <a:solidFill>
              <a:srgbClr val="E4EC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53218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4D43"/>
                </a:solidFill>
              </a:rPr>
              <a:t>ハエへの外部入力はすべてオンチェーンデータです。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6364224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B70"/>
                </a:solidFill>
              </a:rPr>
              <a:t>2 / 7    ·    10–20s    ·    2026-09-26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735F"/>
                </a:solidFill>
              </a:rPr>
              <a:t>BIOAGENT  /  STEP 2 · 判断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53C38"/>
                </a:solidFill>
              </a:rPr>
              <a:t>確認した環境から、移動と休息を選ぶ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235000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TXとイベントを確認して環境へ反映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312724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環境＋内部の身体状態を感覚入力へ変換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397764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390448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実測7神経・19接続 → 行動選択 → 結果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5157216"/>
            <a:ext cx="11064240" cy="804672"/>
          </a:xfrm>
          <a:prstGeom prst="rect">
            <a:avLst/>
          </a:prstGeom>
          <a:solidFill>
            <a:srgbClr val="E4ECE1"/>
          </a:solidFill>
          <a:ln w="12700">
            <a:solidFill>
              <a:srgbClr val="E4EC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53218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4D43"/>
                </a:solidFill>
              </a:rPr>
              <a:t>感覚変換・身体・判断・描画はオフチェーンの計算です。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6364224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B70"/>
                </a:solidFill>
              </a:rPr>
              <a:t>3 / 7    ·    20–30s    ·    2026-09-26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735F"/>
                </a:solidFill>
              </a:rPr>
              <a:t>BIOAGENT  /  STEP 3 · 学習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53C38"/>
                </a:solidFill>
              </a:rPr>
              <a:t>経験を再生し、候補と今の方策を比べる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235000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個体を選び「学習室へ」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312724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確認済み環境のコピー＋経験でQ値を更新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397764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390448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比較スコアが改善：採用 ／ 改善なし：維持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5157216"/>
            <a:ext cx="11064240" cy="804672"/>
          </a:xfrm>
          <a:prstGeom prst="rect">
            <a:avLst/>
          </a:prstGeom>
          <a:solidFill>
            <a:srgbClr val="E4ECE1"/>
          </a:solidFill>
          <a:ln w="12700">
            <a:solidFill>
              <a:srgbClr val="E4EC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53218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4D43"/>
                </a:solidFill>
              </a:rPr>
              <a:t>これは同じ環境の再生比較。未知環境での効果とは分けます。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6364224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B70"/>
                </a:solidFill>
              </a:rPr>
              <a:t>4 / 7    ·    30–40s    ·    2026-09-26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735F"/>
                </a:solidFill>
              </a:rPr>
              <a:t>BIOAGENT  /  STEP 4 · 証拠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53C38"/>
                </a:solidFill>
              </a:rPr>
              <a:t>動作の証拠と、改善効果を分ける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235000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公開版：定期TXで餌が3 → 4へ増えることを確認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312724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動画：全神経4個体、Aqua 2件・V3 25件の決済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397764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390448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別研究：報酬18.79 → 56.12、直接入力対照56.08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5157216"/>
            <a:ext cx="11064240" cy="804672"/>
          </a:xfrm>
          <a:prstGeom prst="rect">
            <a:avLst/>
          </a:prstGeom>
          <a:solidFill>
            <a:srgbClr val="E4ECE1"/>
          </a:solidFill>
          <a:ln w="12700">
            <a:solidFill>
              <a:srgbClr val="E4EC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53218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4D43"/>
                </a:solidFill>
              </a:rPr>
              <a:t>接続・学習は動いた。生物回路の性能優位は未確認です。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6364224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B70"/>
                </a:solidFill>
              </a:rPr>
              <a:t>5 / 7    ·    40–50s    ·    2026-09-26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735F"/>
                </a:solidFill>
              </a:rPr>
              <a:t>BIOAGENT  /  STEP 5 · 次の検証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11064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53C38"/>
                </a:solidFill>
              </a:rPr>
              <a:t>低負荷で役立つ判断にできるかを測る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42316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5528" y="235000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同じ入力・同じ仕事で、小型AIと比較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312724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報酬・失敗率・適応時間・RAM・J/判断を測る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3977640"/>
            <a:ext cx="54864" cy="484632"/>
          </a:xfrm>
          <a:prstGeom prst="rect">
            <a:avLst/>
          </a:prstGeom>
          <a:solidFill>
            <a:srgbClr val="26735F"/>
          </a:solidFill>
          <a:ln w="12700">
            <a:solidFill>
              <a:srgbClr val="2673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5528" y="3904488"/>
            <a:ext cx="1074420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53C38"/>
                </a:solidFill>
              </a:rPr>
              <a:t>Uniswap：実行／見送り、Aqua：提示／撤回へ応用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5157216"/>
            <a:ext cx="11064240" cy="804672"/>
          </a:xfrm>
          <a:prstGeom prst="rect">
            <a:avLst/>
          </a:prstGeom>
          <a:solidFill>
            <a:srgbClr val="E4ECE1"/>
          </a:solidFill>
          <a:ln w="12700">
            <a:solidFill>
              <a:srgbClr val="E4EC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53218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4D43"/>
                </a:solidFill>
              </a:rPr>
              <a:t>低コスト化 → 導入・継続利用増加は、検証したい価値の仮説です。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6364224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B70"/>
                </a:solidFill>
              </a:rPr>
              <a:t>6 / 7    ·    50–60s    ·    2026-09-26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735F"/>
                </a:solidFill>
              </a:rPr>
              <a:t>BIOAGENT  /  APPENDIX · 実行境界と言語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8503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53C38"/>
                </a:solidFill>
              </a:rPr>
              <a:t>どこで動き、何を境界越しに渡すか</a:t>
            </a:r>
            <a:endParaRPr lang="en-US" sz="2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73352"/>
          <a:ext cx="11064240" cy="3977640"/>
        </p:xfrm>
        <a:graphic>
          <a:graphicData uri="http://schemas.openxmlformats.org/drawingml/2006/table">
            <a:tbl>
              <a:tblPr/>
              <a:tblGrid>
                <a:gridCol w="1691640"/>
                <a:gridCol w="2606040"/>
                <a:gridCol w="3520440"/>
                <a:gridCol w="3246120"/>
              </a:tblGrid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境界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73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実装言語・実行環境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73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担当すること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73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境界を渡るデータ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735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ブラウザー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JavaScript / HTML / CSS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公開：7神経・Q学習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全神経版：操作・表示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HTTP / JSON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確定入力・表示状態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E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読取ゲートウェイ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JavaScript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Cloudflare Workers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receipt・イベント検証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Anvilも読取処理を共有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JSON-RPC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ブロック・logs・receipt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E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署名者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JavaScript + ethers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Worker / wallet / Anvil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所有者の権限でTX送信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定期送信は予算を制限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ABI・署名付きTX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秘密鍵はブラウザーへ返さない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E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ローカル制御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JavaScript / Node.js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全神経の世界・報酬・発注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通常コードが経路を比較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HTTP / JSON ↔ UI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JSON Lines ↔ Python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E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全神経ランタイム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Python / NumPy / SciPy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166,700神経・行動readout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採餌の選択／市場の更新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数値入力 → 行動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結果 → 学習・保存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EF"/>
                    </a:solidFill>
                  </a:tcPr>
                </a:tc>
              </a:tr>
              <a:tr h="5212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EVMコントラクト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Solidity 0.8.30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自作部分の言語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個体・モデル参照・環境入力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所有者制約・市場決済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ABI / events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53C38"/>
                          </a:solidFill>
                          <a:latin typeface="Noto Sans CJK JP" pitchFamily="34" charset="0"/>
                          <a:ea typeface="Noto Sans CJK JP" pitchFamily="34" charset="-122"/>
                          <a:cs typeface="Noto Sans CJK JP" pitchFamily="34" charset="-120"/>
                        </a:rPr>
                        <a:t>チェーン状態・成功receipt</a:t>
                      </a:r>
                      <a:endParaRPr lang="en-US" sz="1300" dirty="0">
                        <a:latin typeface="Noto Sans CJK JP" charset="0"/>
                        <a:ea typeface="Noto Sans CJK JP" charset="0"/>
                        <a:cs typeface="Noto Sans CJK JP" charset="0"/>
                      </a:endParaRPr>
                    </a:p>
                  </a:txBody>
                  <a:tcPr marL="54864" marR="54864" marT="54864" marB="54864" anchor="mid">
                    <a:lnL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BD8C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E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788152"/>
            <a:ext cx="11064240" cy="429768"/>
          </a:xfrm>
          <a:prstGeom prst="rect">
            <a:avLst/>
          </a:prstGeom>
          <a:solidFill>
            <a:srgbClr val="E4ECE1"/>
          </a:solidFill>
          <a:ln w="12700">
            <a:solidFill>
              <a:srgbClr val="E4ECE1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49808" y="585216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4D43"/>
                </a:solidFill>
              </a:rPr>
              <a:t>共有型：TypeScriptの仕様案。学習状態はブラウザー／ローカル保存。Workersで全神経計算は行いません。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548640" y="6364224"/>
            <a:ext cx="11064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07B70"/>
                </a:solidFill>
              </a:rPr>
              <a:t>7 / 7    ·    質疑応答用の付録    ·    2026-09-26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JP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JP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BioAgent｜目的からデモまで</dc:title>
  <dc:subject>生物由来の小さな判断モデルを、オンチェーン入力で動かし、経験から適応させる。その効果と計算資源を比較できるフレームワークをつくります。</dc:subject>
  <dc:creator>BioAgent</dc:creator>
  <cp:lastModifiedBy>BioAgent</cp:lastModifiedBy>
  <cp:revision>1</cp:revision>
  <dcterms:created xsi:type="dcterms:W3CDTF">2026-09-26T11:12:30Z</dcterms:created>
  <dcterms:modified xsi:type="dcterms:W3CDTF">2026-09-26T11:12:30Z</dcterms:modified>
</cp:coreProperties>
</file>